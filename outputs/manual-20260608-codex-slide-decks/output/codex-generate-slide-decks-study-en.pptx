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8971a93a8432d" /><Relationship Type="http://schemas.openxmlformats.org/officeDocument/2006/relationships/extended-properties" Target="/docProps/app.xml" Id="R2e9cd36873ad4c12" /><Relationship Type="http://schemas.openxmlformats.org/officeDocument/2006/relationships/officeDocument" Target="/ppt/presentation.xml" Id="R5e48b07ba4f3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df3d895344539"/>
  </p:sldMasterIdLst>
  <p:notesMasterIdLst>
    <p:notesMasterId xmlns:r="http://schemas.openxmlformats.org/officeDocument/2006/relationships" r:id="R924d97632143407c"/>
  </p:notesMasterIdLst>
  <p:sldIdLst>
    <p:sldId xmlns:r="http://schemas.openxmlformats.org/officeDocument/2006/relationships" id="256" r:id="Ra4459c84b67d45be"/>
    <p:sldId xmlns:r="http://schemas.openxmlformats.org/officeDocument/2006/relationships" id="257" r:id="Rddcfff0fdcce48ff"/>
    <p:sldId xmlns:r="http://schemas.openxmlformats.org/officeDocument/2006/relationships" id="258" r:id="R56d069ebd4444e74"/>
    <p:sldId xmlns:r="http://schemas.openxmlformats.org/officeDocument/2006/relationships" id="259" r:id="R44fa102e1499485d"/>
    <p:sldId xmlns:r="http://schemas.openxmlformats.org/officeDocument/2006/relationships" id="260" r:id="R9419312c9d234f2e"/>
    <p:sldId xmlns:r="http://schemas.openxmlformats.org/officeDocument/2006/relationships" id="261" r:id="Re943b9f52b074fdc"/>
    <p:sldId xmlns:r="http://schemas.openxmlformats.org/officeDocument/2006/relationships" id="262" r:id="R5e022e0bf9ce4452"/>
    <p:sldId xmlns:r="http://schemas.openxmlformats.org/officeDocument/2006/relationships" id="263" r:id="R827de102793c47e2"/>
    <p:sldId xmlns:r="http://schemas.openxmlformats.org/officeDocument/2006/relationships" id="264" r:id="R6f586b59b2224b64"/>
    <p:sldId xmlns:r="http://schemas.openxmlformats.org/officeDocument/2006/relationships" id="265" r:id="R20faca22f6a0418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cecc5a16c14d29" /><Relationship Type="http://schemas.openxmlformats.org/officeDocument/2006/relationships/slideMaster" Target="/ppt/slideMasters/slideMaster1.xml" Id="R39edf3d895344539" /><Relationship Type="http://schemas.openxmlformats.org/officeDocument/2006/relationships/notesMaster" Target="/ppt/notesMasters/notesMaster1.xml" Id="R924d97632143407c" /><Relationship Type="http://schemas.openxmlformats.org/officeDocument/2006/relationships/presProps" Target="/ppt/presProps.xml" Id="R2fd850c514394317" /><Relationship Type="http://schemas.openxmlformats.org/officeDocument/2006/relationships/viewProps" Target="/ppt/viewProps.xml" Id="R9a52793bdb924c0c" /><Relationship Type="http://schemas.openxmlformats.org/officeDocument/2006/relationships/tableStyles" Target="/ppt/tableStyles.xml" Id="R644f1bac19f7426c" /><Relationship Type="http://schemas.openxmlformats.org/officeDocument/2006/relationships/slide" Target="/ppt/slides/slide1.xml" Id="Ra4459c84b67d45be" /><Relationship Type="http://schemas.openxmlformats.org/officeDocument/2006/relationships/slide" Target="/ppt/slides/slide2.xml" Id="Rddcfff0fdcce48ff" /><Relationship Type="http://schemas.openxmlformats.org/officeDocument/2006/relationships/slide" Target="/ppt/slides/slide3.xml" Id="R56d069ebd4444e74" /><Relationship Type="http://schemas.openxmlformats.org/officeDocument/2006/relationships/slide" Target="/ppt/slides/slide4.xml" Id="R44fa102e1499485d" /><Relationship Type="http://schemas.openxmlformats.org/officeDocument/2006/relationships/slide" Target="/ppt/slides/slide5.xml" Id="R9419312c9d234f2e" /><Relationship Type="http://schemas.openxmlformats.org/officeDocument/2006/relationships/slide" Target="/ppt/slides/slide6.xml" Id="Re943b9f52b074fdc" /><Relationship Type="http://schemas.openxmlformats.org/officeDocument/2006/relationships/slide" Target="/ppt/slides/slide7.xml" Id="R5e022e0bf9ce4452" /><Relationship Type="http://schemas.openxmlformats.org/officeDocument/2006/relationships/slide" Target="/ppt/slides/slide8.xml" Id="R827de102793c47e2" /><Relationship Type="http://schemas.openxmlformats.org/officeDocument/2006/relationships/slide" Target="/ppt/slides/slide9.xml" Id="R6f586b59b2224b64" /><Relationship Type="http://schemas.openxmlformats.org/officeDocument/2006/relationships/slide" Target="/ppt/slides/slide10.xml" Id="R20faca22f6a041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da1b502a7a49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36f678eba54338" /><Relationship Type="http://schemas.openxmlformats.org/officeDocument/2006/relationships/notesMaster" Target="/ppt/notesMasters/notesMaster1.xml" Id="Rc62708d1a71c41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80480236e0462a" /><Relationship Type="http://schemas.openxmlformats.org/officeDocument/2006/relationships/notesMaster" Target="/ppt/notesMasters/notesMaster1.xml" Id="R7ce65e03244a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7824d65fa347d8" /><Relationship Type="http://schemas.openxmlformats.org/officeDocument/2006/relationships/notesMaster" Target="/ppt/notesMasters/notesMaster1.xml" Id="R954ec25a3d8546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e2fda475d84c68" /><Relationship Type="http://schemas.openxmlformats.org/officeDocument/2006/relationships/notesMaster" Target="/ppt/notesMasters/notesMaster1.xml" Id="R457763169b5e4f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ae9d3901b84cc0" /><Relationship Type="http://schemas.openxmlformats.org/officeDocument/2006/relationships/notesMaster" Target="/ppt/notesMasters/notesMaster1.xml" Id="R0c93859bef064c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33476f150246ed" /><Relationship Type="http://schemas.openxmlformats.org/officeDocument/2006/relationships/notesMaster" Target="/ppt/notesMasters/notesMaster1.xml" Id="Rf355b6dd9ac549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f84db35aac4da9" /><Relationship Type="http://schemas.openxmlformats.org/officeDocument/2006/relationships/notesMaster" Target="/ppt/notesMasters/notesMaster1.xml" Id="R1b353db7514242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c58774e75b4c6a" /><Relationship Type="http://schemas.openxmlformats.org/officeDocument/2006/relationships/notesMaster" Target="/ppt/notesMasters/notesMaster1.xml" Id="Rb44cd4f5233247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d7e4d4dd58450e" /><Relationship Type="http://schemas.openxmlformats.org/officeDocument/2006/relationships/notesMaster" Target="/ppt/notesMasters/notesMaster1.xml" Id="Rae44d75036814e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1b3bfe634a440a" /><Relationship Type="http://schemas.openxmlformats.org/officeDocument/2006/relationships/notesMaster" Target="/ppt/notesMasters/notesMaster1.xml" Id="Rcfb2eb081948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10c10b5e704a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ce53807406441c" /><Relationship Type="http://schemas.openxmlformats.org/officeDocument/2006/relationships/slideLayout" Target="/ppt/slideLayouts/slideLayout1.xml" Id="R3b507d5a028141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07d5a028141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090f48f0c4d44" /><Relationship Type="http://schemas.openxmlformats.org/officeDocument/2006/relationships/notesSlide" Target="/ppt/notesSlides/notesSlide1.xml" Id="R626a1dece6a1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d751283cc4474" /><Relationship Type="http://schemas.openxmlformats.org/officeDocument/2006/relationships/notesSlide" Target="/ppt/notesSlides/notesSlide2.xml" Id="Rf7993198762b43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a19e939264a7f" /><Relationship Type="http://schemas.openxmlformats.org/officeDocument/2006/relationships/notesSlide" Target="/ppt/notesSlides/notesSlide3.xml" Id="Rbd390484657643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7cf0d96214ac3" /><Relationship Type="http://schemas.openxmlformats.org/officeDocument/2006/relationships/notesSlide" Target="/ppt/notesSlides/notesSlide4.xml" Id="R4deb4889b33547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642548d6c4d9f" /><Relationship Type="http://schemas.openxmlformats.org/officeDocument/2006/relationships/image" Target="/ppt/media/image.png" Id="Rbbad2ffc13964187" /><Relationship Type="http://schemas.openxmlformats.org/officeDocument/2006/relationships/image" Target="/ppt/media/image.svg" Id="R86ed594320b5479e" /><Relationship Type="http://schemas.openxmlformats.org/officeDocument/2006/relationships/notesSlide" Target="/ppt/notesSlides/notesSlide5.xml" Id="R78fe83700c17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8591abc4149c6" /><Relationship Type="http://schemas.openxmlformats.org/officeDocument/2006/relationships/image" Target="/ppt/media/image2.png" Id="R9f40d56719da4004" /><Relationship Type="http://schemas.openxmlformats.org/officeDocument/2006/relationships/image" Target="/ppt/media/image2.svg" Id="Rf3b60760318845e7" /><Relationship Type="http://schemas.openxmlformats.org/officeDocument/2006/relationships/notesSlide" Target="/ppt/notesSlides/notesSlide6.xml" Id="R17d17b439c1e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c4df893124395" /><Relationship Type="http://schemas.openxmlformats.org/officeDocument/2006/relationships/image" Target="/ppt/media/image3.png" Id="Rf853c5643f2049c5" /><Relationship Type="http://schemas.openxmlformats.org/officeDocument/2006/relationships/image" Target="/ppt/media/image3.svg" Id="R80f8ac6356a9484d" /><Relationship Type="http://schemas.openxmlformats.org/officeDocument/2006/relationships/notesSlide" Target="/ppt/notesSlides/notesSlide7.xml" Id="Rde0342422cae4d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347e2f550416b" /><Relationship Type="http://schemas.openxmlformats.org/officeDocument/2006/relationships/image" Target="/ppt/media/image4.png" Id="Ra0aad62a70244f72" /><Relationship Type="http://schemas.openxmlformats.org/officeDocument/2006/relationships/image" Target="/ppt/media/image4.svg" Id="Rb630f6d542f24234" /><Relationship Type="http://schemas.openxmlformats.org/officeDocument/2006/relationships/notesSlide" Target="/ppt/notesSlides/notesSlide8.xml" Id="Rea8bcaddbf0741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89134d8c94013" /><Relationship Type="http://schemas.openxmlformats.org/officeDocument/2006/relationships/notesSlide" Target="/ppt/notesSlides/notesSlide9.xml" Id="R1ec1b4930fb248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7481b02764ca7" /><Relationship Type="http://schemas.openxmlformats.org/officeDocument/2006/relationships/notesSlide" Target="/ppt/notesSlides/notesSlide10.xml" Id="Rd80f909a565b48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C6A88-6C7A-4CC9-8854-A8E40F0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62ED3-51FB-43E3-AB89-053CAB94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2AF66-25EF-463B-AE5A-97997860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DCB6-8942-47A4-B2F3-9671C21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04900"/>
            <a:ext cx="3619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9050">
            <a:solidFill>
              <a:srgbClr val="D7CEC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0F70E-965B-44D1-A923-9A30DDC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1143000" cy="1143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2C313C"/>
          </a:solidFill>
          <a:ln xmlns:a="http://schemas.openxmlformats.org/drawingml/2006/main" w="0">
            <a:solidFill>
              <a:srgbClr val="2C313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CBF3B-9039-4C59-8448-F2826D6F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381000" cy="381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E395B-4562-441B-A0A2-D6C87219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4B663-036E-4A44-ABB9-771C3406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7653-5563-408C-96AF-703AB1A2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047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71B3B-5389-481F-B33F-4409AED7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4B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4B2C"/>
                </a:solidFill>
                <a:latin typeface="Aptos"/>
                <a:ea typeface="Aptos"/>
                <a:cs typeface="Aptos"/>
              </a:rPr>
              <a:t>Codex Study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2F872-C4F6-4E87-970C-FBD1FC0F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Turning One OpenAI Article into a Real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A0502-03BF-481F-AE99-CD3BBF9E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3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A study-and-teaching version of “Generate slide decks”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99B35-A2D4-45CA-93B0-28A5C41A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9530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44205-62E1-46FF-AB2C-75D1101A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447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C313C"/>
                </a:solidFill>
                <a:latin typeface="Aptos"/>
                <a:ea typeface="Aptos"/>
                <a:cs typeface="Aptos"/>
              </a:rPr>
              <a:t>Designed for both self-study and live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15A948-22C5-4131-B7CD-7DF864F8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53FAB-3AC8-4DB6-965A-2C29E214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18473036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717DCB-04A7-4D44-AF9C-8284EC25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71814-070C-4500-B0E7-4D58C33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675FF-07E4-43CF-9B9F-F00E985D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0B185-D137-4806-8D14-A6295232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What this article is actually teaching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76FF6-1DF1-42FC-86E5-B3E61CF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C049D-BD0A-433C-9D10-FC77ACAB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66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The goal is not “make pretty slides”; it is a repeatable slide-production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2CF65-D163-40D4-9D8E-31F8D4EE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A07C42-EBA9-4F92-9DA0-1AF5CF36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Core capability: manipulate PPTX files and pair them with image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D109F-D682-448F-8E03-A0BBFB41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A229C-96E3-4A07-9B62-A29A3A4E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Official framing: Difficulty Easy, time horizon 30 minutes.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2A74C-9286-41F7-BDEE-285889BF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967C1-2745-497D-B30C-EE841B93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The preferred workflow starts from an existing branded deck when possible.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7FFD6-1ED9-4D92-A6F1-EA7E0FEB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3D216-53B8-499D-8CDF-4C144866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812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Difficulty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46D5C-0802-4170-A3FF-F902E660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Easy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77677-8285-40D1-AF22-AFBB0D22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3370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03764-9E2D-46CD-8285-612D8472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Time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095AB-0566-4ECF-B2DA-BF61157E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30m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0A34B-D2E7-4C73-ACCF-9696B3B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1619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D595A-8B74-484B-B1AD-7213C080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29100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DFD35-EBB0-4D2B-BE78-46784A5C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Editable deck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89C3F-BE96-4B42-B84E-771E072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5FFC3-D1B4-4702-83D1-177F9EB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13224041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70276D-3B7D-4FAD-850F-BC35776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5FE27-F854-490E-8D4B-11FA86BC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DE9C0-E28E-4C99-BAD4-D1267C48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C2223-9F3F-46DB-99C9-92EC7C21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When this workflow is the right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8463B-B4B8-4BE3-85EC-BDB9D65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029E3-8E6F-4664-9B0D-3E7A4EC6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0673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9299B-95E6-467D-8506-DDF4CB42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4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4B2C"/>
                </a:solidFill>
                <a:latin typeface="Aptos"/>
                <a:ea typeface="Aptos"/>
                <a:cs typeface="Aptos"/>
              </a:rPr>
              <a:t>Best for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B0434-A8FF-425C-8F27-16648136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0FFB7-5798-46F5-B61C-3EFA45D2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479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Turning notes or structured inputs into repeatable slide decks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B15C1-7E92-4094-91E1-B33B9C76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8F0B8-6064-45BF-91EC-0DC02C8C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242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Creating a new visual presentation from scratch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E4E96-18B7-48E8-BABB-197C0EF3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E25EC-3907-46F3-BE22-C0A52ACB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Rebuilding or extending decks from screenshots, PDFs, or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C99F0-096B-4DBA-AAAD-DA181285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47800"/>
            <a:ext cx="5067300" cy="4133850"/>
          </a:xfrm>
          <a:prstGeom xmlns:a="http://schemas.openxmlformats.org/drawingml/2006/main" prst="roundRect">
            <a:avLst>
              <a:gd name="adj" fmla="val 1843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9F599-F698-454C-A50A-0460DA39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145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4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4B2C"/>
                </a:solidFill>
                <a:latin typeface="Aptos"/>
                <a:ea typeface="Aptos"/>
                <a:cs typeface="Aptos"/>
              </a:rPr>
              <a:t>Teaching lens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B847B-4284-459C-9718-698DAEC6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D588EC-3E78-4E23-8DD7-500B8B7C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This is systematic production, not one-shot inspiration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C16C7-144A-4361-A9E4-B75C4487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02E53-B85A-41FE-A35D-E80CD770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It becomes more valuable when teams reuse the same rules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90B56C-6C06-4C5D-8927-0A3425D4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562B0-F523-40E6-9010-239E07C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4171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The clearer the inputs and layout rules, the more stable the 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33734-7CB5-49F6-9E24-55A6ADC2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A5A3AD-4383-4167-8219-3CC88E47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15801431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15F3B6-1463-408C-A053-B8C69EAE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F0E6A-EDEF-459C-9BE0-DC8D6E50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F78E4-705F-4FA7-88A9-D4D1C660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E2A6E-5AFE-4CDE-A9AA-E14A6EDB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The article compresses into 5 practical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A86AD-2EE3-4E96-9D0F-A332381D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BDF5E-C81E-48E8-B925-45829CC9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2CD90-A124-45E3-9D73-E0801C8F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6F33E-E936-448D-954E-0909149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Inspect sources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53A5E-6303-408F-9ED1-7F41D769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Check the existing deck, screenshots, or PDFs before changing layout.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01AC9-1AA4-4063-8467-470079F6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1075C-0276-4598-BB98-6A5A7E8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E6082-2620-4728-9508-8F88E6FC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D1797-A346-4020-A713-A948759A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Keep it editable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45E95-C889-4572-A824-CDD75DD4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Text stays text; simple charts stay native charts.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B02B7-9A43-4FBB-BE26-6BC32AFF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30234-76D5-498F-B0C0-7297EDAF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A1E0F-CE19-4CDE-A801-7F54F961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EDA1E-9338-470F-9DB8-EA279107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Set one visual 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4F38AB-87A9-4DB4-BE46-1AA7324B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Define a style once, then reuse it across slides.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50B23E-A136-4D6F-BF6F-25E5308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EB026-FB95-40A4-82B3-033A64A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8DDC6-7A70-4C0C-9690-E666608A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60E52A-79CA-4276-9CD8-B52EFEFF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Give slide-specific instructions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3B666-BA47-4317-8C28-153AF154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Say what to preserve, rewrite, illustrate, or clean up.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6C999-657A-43D2-825A-328D850A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67075"/>
            <a:ext cx="228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2852D-2145-4165-921E-6B95CE9A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943100" cy="3295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3335">
            <a:solidFill>
              <a:srgbClr val="D7CEC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115045-C535-4771-8294-718EBFB4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193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245F7-6D5A-4C00-B843-766AE85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Validate before 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06C69-DDEC-4BEE-8E0F-F2F23DF5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43250"/>
            <a:ext cx="14859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Render previews and check overflow, drift, and font substitution.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B2EF3-8380-4568-A4F2-776D1DDD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2332E8-0FF7-4B79-AF7B-62360A30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1675379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4E899D-DE78-4D15-875F-B35542A3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AC86D-C2D4-4674-B18F-EA6C7AC7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EAFC6-E01C-4021-A528-C8BA6897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354FF-5C67-4DBD-87CC-5B61DB37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Principle 1: Start from the source deck and references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E4C07-79BD-4F6E-B588-C5A29429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6B057-8B41-47BF-8FC6-7CEF6FF2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d2ffc13964187">
            <a:extLst>
              <a:ext uri="{96DAC541-7B7A-43D3-8B79-37D633B846F1}">
                <asvg:svgBlip xmlns:asvg="http://schemas.microsoft.com/office/drawing/2016/SVG/main" r:embed="R86ed594320b5479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B8612-3561-4CEE-AEF1-59F7BC40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C375B-C4AB-4A4F-A0CC-D665B93F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Observe the original slide geometry first, then change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EF5AD-9DF3-483D-993D-5AEE318C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35475-C2EC-4158-BE42-784D03C7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If a deck already exists, ask Codex to inspect it before editing.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FDFD4-D55E-4F4E-AA7F-97A72BA2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5C4607-19AB-468D-8730-40AFB6E5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If the source is a screenshot or PDF, inspect or render it first.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FCC9D-6BF2-49DF-94D6-17F23A19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4642B-C0F9-4DD3-B506-3E8ACE3F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Match the source aspect ratio before rebuilding layout; default to 16:9 only when needed.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BCCFA-3916-4531-9D3B-59EAD6D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4FEF1-E07F-4903-BE9F-8404CC17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For learning, this builds the habit of observation before intervention.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75478-E012-4E4B-A5D0-942BB014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29A30-8FB7-4E7A-A6D7-B02D8D9A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13623124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D65B7E-2246-41B0-A221-406AE488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ED876-3221-409D-86B6-D8098403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5F2CA-B215-446D-80DB-73A22EB4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E5A05-22C4-47A0-964E-72B73950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Principle 2: Keep the deck editable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3C27C-FD18-419D-BAF3-B09FC7E7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50D12-774B-42F9-A47F-1CC53E14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0d56719da4004">
            <a:extLst>
              <a:ext uri="{96DAC541-7B7A-43D3-8B79-37D633B846F1}">
                <asvg:svgBlip xmlns:asvg="http://schemas.microsoft.com/office/drawing/2016/SVG/main" r:embed="Rf3b60760318845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D28AC-0FB4-49F9-A336-692F13A03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C5723-BF07-4C80-90A7-D593102C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If an element can stay native, do not flatten the whole slide into pixels.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ECC0D-E45C-478F-B7BF-FACCF589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C6A58-CDF7-4AB4-9DC9-C9C2655A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Keep text as text so copy and hierarchy remain easy to edit.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EC3012-CF96-40B2-9666-CE32214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0C09E-1B8C-4020-B86A-ABD8A226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Keep simple bar, line, pie, and histogram visuals native when practical.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BD619-D52C-408A-969E-643CF4AD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2B0E7-92AC-459B-A317-803BFFCE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For richer timelines or illustrated diagrams, generate separate assets and connect them with native 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91A71-8E96-4ABF-8887-48C1ECB5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B1C3E-4690-4BC4-83E4-23A2A8B2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This is the difference between a maintainable deck and a disposable poster.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73F39-6BC4-4B18-86C1-9DEF6723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9FEF9-9565-4AD0-BA5D-70E761EF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20599650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49649-C4E7-4FB4-9D4F-9BD8B06D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3C346-E6E5-4AB0-BC04-18E7E2AF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617A-A60A-4A19-93D5-56075F4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1AC83-A697-4442-A0D2-E3BDCF27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Principle 3: Be intentional with visuals and explicit with slide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2AF3C-ECCB-43C9-BDCA-6C0884B1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EFD94-7A27-488B-AB39-ACD3AE9B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3c5643f2049c5">
            <a:extLst>
              <a:ext uri="{96DAC541-7B7A-43D3-8B79-37D633B846F1}">
                <asvg:svgBlip xmlns:asvg="http://schemas.microsoft.com/office/drawing/2016/SVG/main" r:embed="R80f8ac6356a948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7F83F-AE55-408E-82B6-F95EF994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48C26-4670-44A8-91FA-BD14FCBD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Stable automation depends on named visual rules and named slide decisions.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C26AF-17ED-4506-BB6E-E8F5829C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5E4BC-CEAC-412B-ABD5-6275A4A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Define the visual direction first, then reuse it consistently.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91F1F-A9D6-488C-978E-780C1CC9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3E11C-0154-40E4-A30F-E49A27E7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Save prompts or generation notes when several slides share a visual family.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A36E2-F520-4145-BEB0-922F89B9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FC81BF-01FD-4765-97AC-8AC79415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State slide by slide what should be preserved, rewritten, illustrated, or lightly cleaned 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BD7EB-04C4-41A3-8565-80F16DAA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0E72-2F2A-4FFC-B5DD-682F65BC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The article argues for controlled reuse, not vague prompting.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53C6E-76E5-4911-A591-149CFB4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39E02-7930-4176-864A-CB2C6421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194866579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FE1B77-A0C5-49F5-A32C-E34643D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7F3E6-CC22-4B0F-A07C-F6467F55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CB0387-65B3-4FA5-B1CB-89F312E8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881DF-61B0-49BB-99AB-244F033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Principle 4: Validate before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FE8F0-29CB-46EC-A334-C70ECDC2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9B69B-2554-474A-A15A-641F1968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ad62a70244f72">
            <a:extLst>
              <a:ext uri="{96DAC541-7B7A-43D3-8B79-37D633B846F1}">
                <asvg:svgBlip xmlns:asvg="http://schemas.microsoft.com/office/drawing/2016/SVG/main" r:embed="Rb630f6d542f242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0150" y="1981200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37302-7DD3-4D77-AD11-CE60104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66850"/>
            <a:ext cx="836295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4288">
            <a:solidFill>
              <a:srgbClr val="D7CEC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1C4B7-409F-4B7F-9C61-81E92D0E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763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2C313C"/>
                </a:solidFill>
                <a:latin typeface="Aptos Display"/>
                <a:ea typeface="Aptos Display"/>
                <a:cs typeface="Aptos Display"/>
              </a:rPr>
              <a:t>Decks are easy to get almost right and still ship with visible defects.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FF7EA-2669-4926-AE2A-20C8DD88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0628F5-047E-458E-AE62-FB3A53D5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Render slide previews to catch clipping, collisions, and drift quickly.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6B2B6-FF9E-4DBA-A10E-FCA75076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05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42187-2759-4D48-B7C4-26893D2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Check overflow beyond the canvas and look for font substitution.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255EB-0BC2-4FBD-B809-E031A312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24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4A74F1-4C34-455C-9F27-0A6621A3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7181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The denser the slide, the more important this QA pass becomes.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353F1-5465-49A0-860C-C89D33B8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933950"/>
            <a:ext cx="7467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0">
            <a:solidFill>
              <a:srgbClr val="EFE5D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62139-A145-4F6E-9F4E-9B1B636D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This step turns a nearly-finished deck into a trustworthy delivery.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CDA66-53F2-421E-BA98-E6F082E4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1ECA2-74C2-4440-A04D-124E86A7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1677404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78B0A2-AE6B-4C38-B665-CF5AEB0A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9AB67-03C2-4D88-A18D-2197A6D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7BFB7-AE88-47D5-8FD8-0CA0975E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BD5A-559B-482B-8C18-58B077AC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A reusable starter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F0B68-A206-4DDC-91B8-348FBE8A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D762A-99D9-4C18-9524-C0744B75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2C313C"/>
          </a:solidFill>
          <a:ln xmlns:a="http://schemas.openxmlformats.org/drawingml/2006/main" w="0">
            <a:solidFill>
              <a:srgbClr val="2C313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68F62-2625-40E4-838A-B1FF9C8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10191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Use slide-editing and image-generation skills to update the deck like this:</a:t>
            </a:r>
          </a:p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1. If logo.png exists, place it in the bottom-right corner on every slide.</a:t>
            </a:r>
          </a:p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2. On selected slides, move text left and generate right-side illustrations in one visual style.</a:t>
            </a:r>
          </a:p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3. Preserve text as text and keep simple charts native when practical.</a:t>
            </a:r>
          </a:p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4. For new slides, reuse the existing branding, fonts, colors, and layout rules.</a:t>
            </a:r>
          </a:p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5. Render slide previews, review them, and fix layout issues before delivery.</a:t>
            </a:r>
          </a:p>
          <a:p xmlns:a="http://schemas.openxmlformats.org/drawingml/2006/main">
            <a:pPr algn="l">
              <a:defRPr sz="1275" b="0">
                <a:solidFill>
                  <a:srgbClr val="F9F5E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9F5EF"/>
                </a:solidFill>
                <a:latin typeface="Menlo"/>
                <a:ea typeface="Menlo"/>
                <a:cs typeface="Menlo"/>
              </a:rPr>
              <a:t>6. Run overflow and font-substitution checks and save reusable visual prompts.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8CC97-3EF6-4F72-AF7F-B843B8D3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4B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4B2C"/>
                </a:solidFill>
                <a:latin typeface="Aptos"/>
                <a:ea typeface="Aptos"/>
                <a:cs typeface="Aptos"/>
              </a:rPr>
              <a:t>If you understand this slide, you understand the article’s operating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C4C78-9DD8-47B2-B662-F4F024D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D3962C-21CA-4B37-AFE3-F012D932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5918736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312D0-7953-42D2-AB19-6E9F01C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4036C-3272-435B-881A-F6FCBB19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5524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D7CF"/>
          </a:solidFill>
          <a:ln xmlns:a="http://schemas.openxmlformats.org/drawingml/2006/main" w="0">
            <a:solidFill>
              <a:srgbClr val="F8D7C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5F503-3793-4B4C-AF15-21D8E8CB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41020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D4CE"/>
          </a:solidFill>
          <a:ln xmlns:a="http://schemas.openxmlformats.org/drawingml/2006/main" w="0">
            <a:solidFill>
              <a:srgbClr val="D7D4C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C3B0E-DF0A-4A24-9203-958B4287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D1D23"/>
                </a:solidFill>
                <a:latin typeface="Aptos Display"/>
                <a:ea typeface="Aptos Display"/>
                <a:cs typeface="Aptos Display"/>
              </a:rPr>
              <a:t>Habits to keep after reading the article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995BB-654A-416D-89B7-07F301D3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4B2C"/>
          </a:solidFill>
          <a:ln xmlns:a="http://schemas.openxmlformats.org/drawingml/2006/main" w="0">
            <a:solidFill>
              <a:srgbClr val="E64B2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CA478-F8FF-428F-BAE6-0E42F6B5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AD8A3-C4CF-4C75-B015-1851995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907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2C27D-150A-476A-9585-861B2674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716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Ask Codex to inspect source files and references before redesigning.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0E8DD-6AE4-4A2F-BC5E-6AF92FC6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EEDE6-8F4F-4746-BCBE-1EAF60A6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5BE6F-08B2-4483-AEBF-53B8AC93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479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Request editability for text, simple charts, and layout primitives.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3E6E4-0C51-4EAB-B835-643C69F0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21DA22-20CD-469F-B5E3-F1DFD351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455A9-B51A-47CC-B031-99FF8C37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242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Write visual rules and slide-by-slide actions explicitly.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E37AB-50DD-4602-AF84-A58DD9B0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FE5D7"/>
          </a:solidFill>
          <a:ln xmlns:a="http://schemas.openxmlformats.org/drawingml/2006/main" w="11430">
            <a:solidFill>
              <a:srgbClr val="D7CEC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7933A-8572-4B0C-B767-1C5AE4B4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19600"/>
            <a:ext cx="342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64B2C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D2B4B-D7F4-4D01-9668-7D8F4001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40055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D1D2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D1D23"/>
                </a:solidFill>
                <a:latin typeface="Aptos"/>
                <a:ea typeface="Aptos"/>
                <a:cs typeface="Aptos"/>
              </a:rPr>
              <a:t>Render previews and run checks before you call the deck done.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5761C-ADA1-48B7-B887-76383FE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2C313C"/>
                </a:solidFill>
                <a:latin typeface="Aptos"/>
                <a:ea typeface="Aptos"/>
                <a:cs typeface="Aptos"/>
              </a:rPr>
              <a:t>Next practice: take an old deck and let Codex update only 2 or 3 slides using the full workflow.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2E1976-D0B4-4222-A7A7-961D7D1F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47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472"/>
                </a:solidFill>
                <a:latin typeface="Aptos"/>
                <a:ea typeface="Aptos"/>
                <a:cs typeface="Aptos"/>
              </a:rPr>
              <a:t>Source: OpenAI Developers · Codex use case · Generate slide decks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07A2BE-F702-49BC-9B86-BFFB1541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6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C313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C313C"/>
                </a:solidFill>
                <a:latin typeface="Aptos"/>
                <a:ea typeface="Aptos"/>
                <a:cs typeface="Aptos"/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885813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2026-06-08T03:24:05.6610000Z</dcterms:created>
  <dcterms:modified xsi:type="dcterms:W3CDTF">2026-06-08T03:24:05.6610000Z</dcterms:modified>
</coreProperties>
</file>