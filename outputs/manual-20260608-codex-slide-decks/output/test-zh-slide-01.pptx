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dfb634f144d17" /><Relationship Type="http://schemas.openxmlformats.org/officeDocument/2006/relationships/extended-properties" Target="/docProps/app.xml" Id="R15f8a2b4c354487a" /><Relationship Type="http://schemas.openxmlformats.org/officeDocument/2006/relationships/officeDocument" Target="/ppt/presentation.xml" Id="Rfa1a18ba38a4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6101f78694f83"/>
  </p:sldMasterIdLst>
  <p:notesMasterIdLst>
    <p:notesMasterId xmlns:r="http://schemas.openxmlformats.org/officeDocument/2006/relationships" r:id="R8b43447e99e84ce8"/>
  </p:notesMasterIdLst>
  <p:sldIdLst>
    <p:sldId xmlns:r="http://schemas.openxmlformats.org/officeDocument/2006/relationships" id="256" r:id="R1f2fb73a20cf4f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2df7233b06487d" /><Relationship Type="http://schemas.openxmlformats.org/officeDocument/2006/relationships/slideMaster" Target="/ppt/slideMasters/slideMaster1.xml" Id="R41f6101f78694f83" /><Relationship Type="http://schemas.openxmlformats.org/officeDocument/2006/relationships/notesMaster" Target="/ppt/notesMasters/notesMaster1.xml" Id="R8b43447e99e84ce8" /><Relationship Type="http://schemas.openxmlformats.org/officeDocument/2006/relationships/presProps" Target="/ppt/presProps.xml" Id="Rd506592f43964512" /><Relationship Type="http://schemas.openxmlformats.org/officeDocument/2006/relationships/viewProps" Target="/ppt/viewProps.xml" Id="Ref4a502112f14a35" /><Relationship Type="http://schemas.openxmlformats.org/officeDocument/2006/relationships/tableStyles" Target="/ppt/tableStyles.xml" Id="Rb52afeca6d5846eb" /><Relationship Type="http://schemas.openxmlformats.org/officeDocument/2006/relationships/slide" Target="/ppt/slides/slide1.xml" Id="R1f2fb73a20cf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232fdb13546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abd302ba9d4fef" /><Relationship Type="http://schemas.openxmlformats.org/officeDocument/2006/relationships/notesMaster" Target="/ppt/notesMasters/notesMaster1.xml" Id="Rb365c7e4a1bf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2049f9515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869700abcd4910" /><Relationship Type="http://schemas.openxmlformats.org/officeDocument/2006/relationships/slideLayout" Target="/ppt/slideLayouts/slideLayout1.xml" Id="Rc50d70228fd3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0d70228fd3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fb3d14b1f4450" /><Relationship Type="http://schemas.openxmlformats.org/officeDocument/2006/relationships/notesSlide" Target="/ppt/notesSlides/notesSlide1.xml" Id="R0a20b8ba08ef49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E46A6-F3E0-4C84-AE3B-A4629A4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FF7A3-661A-4ED7-B106-103252A4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50C23-82F7-407A-8812-99570F0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DAA6D-FD78-4FD2-9DA5-9A83E9A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CE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386C8-6922-4131-8449-93919DD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1143000" cy="1143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2C313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60D8A-3B5D-4A17-B76A-95BA8DE0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81000" cy="381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96B79-7C9E-424A-B3E7-AB884E3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2C40C-E176-49F4-8B07-3A49BCC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4083E-60AA-4884-8660-28A898F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D4328-041B-463F-879E-7FB6F89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Codex 学习课件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21BE5-11C0-43B3-8705-6AF5AC8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把 OpenAI 这篇文章真正做成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49BB7-25A1-44F9-AD34-F93327E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基于《Generate slide decks》的学习与讲解版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91230-1E58-45CA-9E0F-60F9FD1A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F8EFA-84D4-4D84-9FBC-FB84B2E6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适合自己复习，也适合拿去分享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538A1-1621-4D89-927A-0246A3F7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2A250-B704-4BCA-AFDF-801173B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25293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2026-06-08T03:21:32.4070000Z</dcterms:created>
  <dcterms:modified xsi:type="dcterms:W3CDTF">2026-06-08T03:21:32.4070000Z</dcterms:modified>
</coreProperties>
</file>