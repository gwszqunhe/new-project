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9d7e4418f84a46" /><Relationship Type="http://schemas.openxmlformats.org/officeDocument/2006/relationships/extended-properties" Target="/docProps/app.xml" Id="R6f9c9cd7237f4b48" /><Relationship Type="http://schemas.openxmlformats.org/officeDocument/2006/relationships/officeDocument" Target="/ppt/presentation.xml" Id="R260d746abcdb48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7d561a0f0e400f"/>
  </p:sldMasterIdLst>
  <p:notesMasterIdLst>
    <p:notesMasterId xmlns:r="http://schemas.openxmlformats.org/officeDocument/2006/relationships" r:id="R602b72bd28b84cdb"/>
  </p:notesMasterIdLst>
  <p:sldIdLst>
    <p:sldId xmlns:r="http://schemas.openxmlformats.org/officeDocument/2006/relationships" id="256" r:id="Ree1979e67e2740ad"/>
    <p:sldId xmlns:r="http://schemas.openxmlformats.org/officeDocument/2006/relationships" id="257" r:id="Rc051571851a54592"/>
    <p:sldId xmlns:r="http://schemas.openxmlformats.org/officeDocument/2006/relationships" id="258" r:id="R3086308fde334a0c"/>
    <p:sldId xmlns:r="http://schemas.openxmlformats.org/officeDocument/2006/relationships" id="259" r:id="Re3328213c391412f"/>
    <p:sldId xmlns:r="http://schemas.openxmlformats.org/officeDocument/2006/relationships" id="260" r:id="R1f151db6479d4f41"/>
    <p:sldId xmlns:r="http://schemas.openxmlformats.org/officeDocument/2006/relationships" id="261" r:id="Rfa97705d411e4aa3"/>
    <p:sldId xmlns:r="http://schemas.openxmlformats.org/officeDocument/2006/relationships" id="262" r:id="R23f903ac86b94b2b"/>
    <p:sldId xmlns:r="http://schemas.openxmlformats.org/officeDocument/2006/relationships" id="263" r:id="R83cad9afc9174076"/>
    <p:sldId xmlns:r="http://schemas.openxmlformats.org/officeDocument/2006/relationships" id="264" r:id="Rfe96acdc39ee4c63"/>
    <p:sldId xmlns:r="http://schemas.openxmlformats.org/officeDocument/2006/relationships" id="265" r:id="Reddc1ae50d5a4c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55a471686b4c7d" /><Relationship Type="http://schemas.openxmlformats.org/officeDocument/2006/relationships/slideMaster" Target="/ppt/slideMasters/slideMaster1.xml" Id="R787d561a0f0e400f" /><Relationship Type="http://schemas.openxmlformats.org/officeDocument/2006/relationships/notesMaster" Target="/ppt/notesMasters/notesMaster1.xml" Id="R602b72bd28b84cdb" /><Relationship Type="http://schemas.openxmlformats.org/officeDocument/2006/relationships/presProps" Target="/ppt/presProps.xml" Id="R7b4c5d9893544da8" /><Relationship Type="http://schemas.openxmlformats.org/officeDocument/2006/relationships/viewProps" Target="/ppt/viewProps.xml" Id="R218fce36ae994103" /><Relationship Type="http://schemas.openxmlformats.org/officeDocument/2006/relationships/tableStyles" Target="/ppt/tableStyles.xml" Id="Rf2122297b44a472d" /><Relationship Type="http://schemas.openxmlformats.org/officeDocument/2006/relationships/slide" Target="/ppt/slides/slide1.xml" Id="Ree1979e67e2740ad" /><Relationship Type="http://schemas.openxmlformats.org/officeDocument/2006/relationships/slide" Target="/ppt/slides/slide2.xml" Id="Rc051571851a54592" /><Relationship Type="http://schemas.openxmlformats.org/officeDocument/2006/relationships/slide" Target="/ppt/slides/slide3.xml" Id="R3086308fde334a0c" /><Relationship Type="http://schemas.openxmlformats.org/officeDocument/2006/relationships/slide" Target="/ppt/slides/slide4.xml" Id="Re3328213c391412f" /><Relationship Type="http://schemas.openxmlformats.org/officeDocument/2006/relationships/slide" Target="/ppt/slides/slide5.xml" Id="R1f151db6479d4f41" /><Relationship Type="http://schemas.openxmlformats.org/officeDocument/2006/relationships/slide" Target="/ppt/slides/slide6.xml" Id="Rfa97705d411e4aa3" /><Relationship Type="http://schemas.openxmlformats.org/officeDocument/2006/relationships/slide" Target="/ppt/slides/slide7.xml" Id="R23f903ac86b94b2b" /><Relationship Type="http://schemas.openxmlformats.org/officeDocument/2006/relationships/slide" Target="/ppt/slides/slide8.xml" Id="R83cad9afc9174076" /><Relationship Type="http://schemas.openxmlformats.org/officeDocument/2006/relationships/slide" Target="/ppt/slides/slide9.xml" Id="Rfe96acdc39ee4c63" /><Relationship Type="http://schemas.openxmlformats.org/officeDocument/2006/relationships/slide" Target="/ppt/slides/slide10.xml" Id="Reddc1ae50d5a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7b4a170f1b41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4536821def452d" /><Relationship Type="http://schemas.openxmlformats.org/officeDocument/2006/relationships/notesMaster" Target="/ppt/notesMasters/notesMaster1.xml" Id="Rdc5990b49b6e44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fe8c943bdd4132" /><Relationship Type="http://schemas.openxmlformats.org/officeDocument/2006/relationships/notesMaster" Target="/ppt/notesMasters/notesMaster1.xml" Id="R3683cb3f5a1c45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4e78950b484de8" /><Relationship Type="http://schemas.openxmlformats.org/officeDocument/2006/relationships/notesMaster" Target="/ppt/notesMasters/notesMaster1.xml" Id="Ra8540922ae5e4a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8f6a4d31ca4f45" /><Relationship Type="http://schemas.openxmlformats.org/officeDocument/2006/relationships/notesMaster" Target="/ppt/notesMasters/notesMaster1.xml" Id="R20eec1a0e4fa43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af687820204f0f" /><Relationship Type="http://schemas.openxmlformats.org/officeDocument/2006/relationships/notesMaster" Target="/ppt/notesMasters/notesMaster1.xml" Id="R82377decb65c40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b45d436114423a" /><Relationship Type="http://schemas.openxmlformats.org/officeDocument/2006/relationships/notesMaster" Target="/ppt/notesMasters/notesMaster1.xml" Id="R2702bc5f0ef048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5f46291bf6475a" /><Relationship Type="http://schemas.openxmlformats.org/officeDocument/2006/relationships/notesMaster" Target="/ppt/notesMasters/notesMaster1.xml" Id="R3c44d9bcd57a4b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4b16ea811244fc" /><Relationship Type="http://schemas.openxmlformats.org/officeDocument/2006/relationships/notesMaster" Target="/ppt/notesMasters/notesMaster1.xml" Id="Ra9842119cf5b48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08ae3586c14ed2" /><Relationship Type="http://schemas.openxmlformats.org/officeDocument/2006/relationships/notesMaster" Target="/ppt/notesMasters/notesMaster1.xml" Id="R4140a34d1c9741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d00219c99e473a" /><Relationship Type="http://schemas.openxmlformats.org/officeDocument/2006/relationships/notesMaster" Target="/ppt/notesMasters/notesMaster1.xml" Id="R5fc5b451b9fe44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bf81d4ea948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a306e78d374262" /><Relationship Type="http://schemas.openxmlformats.org/officeDocument/2006/relationships/slideLayout" Target="/ppt/slideLayouts/slideLayout1.xml" Id="R5b6c737393464c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6c737393464c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d589476304c12" /><Relationship Type="http://schemas.openxmlformats.org/officeDocument/2006/relationships/notesSlide" Target="/ppt/notesSlides/notesSlide1.xml" Id="R59ef6a3ad3d048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2283a9ea34322" /><Relationship Type="http://schemas.openxmlformats.org/officeDocument/2006/relationships/notesSlide" Target="/ppt/notesSlides/notesSlide2.xml" Id="R71e5a216129e45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5959e76e5453a" /><Relationship Type="http://schemas.openxmlformats.org/officeDocument/2006/relationships/notesSlide" Target="/ppt/notesSlides/notesSlide3.xml" Id="R7a6f9dd679a540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d35c5fd74405f" /><Relationship Type="http://schemas.openxmlformats.org/officeDocument/2006/relationships/notesSlide" Target="/ppt/notesSlides/notesSlide4.xml" Id="R1ff88d4cc0e84f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0e7052fc54f60" /><Relationship Type="http://schemas.openxmlformats.org/officeDocument/2006/relationships/image" Target="/ppt/media/image.png" Id="Rca762e6d75e4421f" /><Relationship Type="http://schemas.openxmlformats.org/officeDocument/2006/relationships/image" Target="/ppt/media/image.svg" Id="R02e99e4234ae4470" /><Relationship Type="http://schemas.openxmlformats.org/officeDocument/2006/relationships/notesSlide" Target="/ppt/notesSlides/notesSlide5.xml" Id="R65301637670f43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b1466cb8346cd" /><Relationship Type="http://schemas.openxmlformats.org/officeDocument/2006/relationships/image" Target="/ppt/media/image2.png" Id="Rf375948487ef4152" /><Relationship Type="http://schemas.openxmlformats.org/officeDocument/2006/relationships/image" Target="/ppt/media/image2.svg" Id="Re4b8677aa2514c4d" /><Relationship Type="http://schemas.openxmlformats.org/officeDocument/2006/relationships/notesSlide" Target="/ppt/notesSlides/notesSlide6.xml" Id="R1e7dfd7b0d0548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df236aee64932" /><Relationship Type="http://schemas.openxmlformats.org/officeDocument/2006/relationships/image" Target="/ppt/media/image3.png" Id="Rcdb69a77169246ea" /><Relationship Type="http://schemas.openxmlformats.org/officeDocument/2006/relationships/image" Target="/ppt/media/image3.svg" Id="R1610660ab7834d7e" /><Relationship Type="http://schemas.openxmlformats.org/officeDocument/2006/relationships/notesSlide" Target="/ppt/notesSlides/notesSlide7.xml" Id="R29df12f2aa6244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a5e6a168b4235" /><Relationship Type="http://schemas.openxmlformats.org/officeDocument/2006/relationships/image" Target="/ppt/media/image4.png" Id="Rc6a90567d7554efc" /><Relationship Type="http://schemas.openxmlformats.org/officeDocument/2006/relationships/image" Target="/ppt/media/image4.svg" Id="R53d28ca8caea4488" /><Relationship Type="http://schemas.openxmlformats.org/officeDocument/2006/relationships/notesSlide" Target="/ppt/notesSlides/notesSlide8.xml" Id="R2900b340d6164b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6d4702e5e4e34" /><Relationship Type="http://schemas.openxmlformats.org/officeDocument/2006/relationships/notesSlide" Target="/ppt/notesSlides/notesSlide9.xml" Id="Rcfe53386b51b44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1c616c03243b2" /><Relationship Type="http://schemas.openxmlformats.org/officeDocument/2006/relationships/notesSlide" Target="/ppt/notesSlides/notesSlide10.xml" Id="R5cf39a6715514b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6E726A-9A6D-4ECB-9AF3-9BCA7767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CCE7E-593F-4718-A797-DBB3FE0D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126BA-0CB7-436B-A938-D477D6AE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381B9-7160-4392-BC61-9166497B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04900"/>
            <a:ext cx="3619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D7CEC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60EC4-3415-4384-B0B6-248401DC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2600"/>
            <a:ext cx="1143000" cy="1143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C313C"/>
          </a:solidFill>
          <a:ln xmlns:a="http://schemas.openxmlformats.org/drawingml/2006/main" w="0">
            <a:solidFill>
              <a:srgbClr val="2C313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97A4F-142B-4107-9056-61CC40C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81000" cy="381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EE821-4BFF-4ABC-83C0-BFF1A43C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8A579-6155-4FD0-9130-16332D0D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C2B39-6450-41CB-9D51-A50BD474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55040-9D16-4438-94B9-AA1E5B06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Codex 学习课件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75A24-DFD2-4B30-B61D-54FCE4F8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把 OpenAI 这篇文章真正做成 PPT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81DE6-71EE-4825-942E-D6D78F8B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33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基于《Generate slide decks》的学习与讲解版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8EA38-B22B-4104-B6E3-C684A63F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DF499-F049-495D-8AD9-59110C4F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适合自己复习，也适合拿去分享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4D2AE-F873-47ED-BDB8-918493EF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来源：OpenAI Developers · Codex use case · Generate slide decks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866F7-8D3C-4C76-B450-7712FC85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1677570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7C5B4B-7976-4D2E-AB03-7094E1EA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28C1B-AD1B-44AB-AA83-4E6EB9F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FDA15-BE3A-492A-B3B2-6D7D1DE2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426AE-7BAE-4563-BDD9-4DA9F1EC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这篇文章到底在教什么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5E583-3530-48E7-90CE-B7DBFA04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A2D3A-7FE0-45C6-9ABC-EFBE210D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它教的不是“生成漂亮幻灯片”，而是一套可重复的做稿流程。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5002B-BD99-4846-A4EE-668EF7A7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834A2-DBF3-428B-BF63-0B97D337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核心对象：直接操作 PPTX，并结合图像生成来补视觉。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0D7BE-AFDE-4C1E-BA3C-CAD5BC4A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60427-40F5-4EE0-95C6-9B880D09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官方定位：难度 Easy，时间预估 30 分钟。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92AA7-1650-44F8-ABC9-DA564AF3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AFEB5-58D9-4F06-820D-B40698E2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更推荐从已有品牌模板出发，而不是每次从零开始。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16D37-DD15-40D8-BEEB-92CCAEF2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9AEC7-8AB2-443F-9785-F61C4E20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812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Difficulty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D65F3-25DC-49C4-8B7F-35BFB581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Easy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8611B-8640-4DA2-BA32-7E462601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6AEF1-D829-4D85-BA54-83B924FE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Time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947C6-6E88-4124-8E0C-1A7C2ADC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30m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9A29C-1ED2-428B-8DCF-8E0E5CE0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8250C-93D0-4C17-8009-B17DDCB4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0EC92-BDEE-4EDA-946F-CE81A7D6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Editable deck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8B46A-0327-43DA-BC59-B7C537B2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来源：OpenAI Developers · Codex use case · Generate slide decks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0C16A-378E-4CBA-9266-9E790576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5640282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A3510B-5873-4805-AED5-331EA2D4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9CF42-4807-413C-A8DE-EBD97430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B1CE2-7C1B-4CB4-9988-B6320B54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E4215-391D-413F-8517-D9C0D99A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什么时候最适合用这套方法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DA33E-53A6-45D2-9D5D-AEBB44EC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F05DA-F1AF-4795-A1F8-56FE9C48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0673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81D13-816F-4FEA-A500-196FE950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Best for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86AB0-D7B7-4C96-9EA4-9EABF315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6751D-3BBC-4FE0-8CAF-DBC1125B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479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把笔记、提纲或结构化信息变成可重复产出的演示文稿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28D79-30DD-4B09-8FA2-D380CAD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E79ED-4C5C-4213-AEFA-03CD1AE7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从零开始做一套新 deck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4073F-113E-4D6B-B131-68B65EF2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5E534-0BAC-41EF-BD12-75154DF7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根据截图、PDF 或参考稿重建或扩展现有幻灯片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491E4-BAD2-4BFA-8E4B-EF8C792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47800"/>
            <a:ext cx="50673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D6790-DFD4-4347-BFCC-82D1B30A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讲解重点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76BDE-28F4-449F-81CD-0D42CDCC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7FD22-A41B-4D43-B2B3-39EA52D2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479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它更像“系统化制作”，不是一次性灵感生成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5EF0C-CB6C-49C7-8AD7-A320583D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89CAE-5BC5-4AC9-A8B0-3B074479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42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对团队协作尤其有价值，因为规则可复用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79437-6E22-41F3-A73E-ACB1CD0E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C32789-9362-4336-A79A-CB6617B4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005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越清楚输入材料与版式要求，结果越稳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A1F00-AF1E-4EF8-849B-2408C224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来源：OpenAI Developers · Codex use case · Generate slide decks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9BEFB-D34A-41E0-873D-0A9C90A0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20761250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429C2B-4DAC-43E1-82C2-E446F478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8EAF9-74DB-4859-A839-22CF218A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DFC95-5491-4E9B-9301-9C2A96FA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4104A-F02C-4466-B326-C90D9D07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官方方法可以浓缩成 5 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9A9BF-1E81-4279-9F38-A8FB7935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EA4FB-2BFA-4590-B1FA-586D1AFD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943100" cy="3295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3335">
            <a:solidFill>
              <a:srgbClr val="D7CEC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5F1DA-F6F1-4E8E-8AC5-EC1121F0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46A3B-0316-4F8E-8AF3-6BCED213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先看源材料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DA3A0-8D32-44A6-9B4D-C2ADDEED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485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先检查已有 deck、截图或 PDF，再决定怎么改。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4DB95-3A7F-49ED-B48C-30D572D7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67075"/>
            <a:ext cx="228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DC310-7166-4668-88B6-BF4D1D35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52600"/>
            <a:ext cx="1943100" cy="3295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3335">
            <a:solidFill>
              <a:srgbClr val="D7CEC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5C01F-3F0E-48D4-B2D1-7255D515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075BC-7F73-4B33-AC97-BB2C300C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保持可编辑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5E0DF-DF97-483E-A047-5C5D24D2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485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文字还是文字，简单图表还是原生图表。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2C079-8629-4D27-8C2D-541C2967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67075"/>
            <a:ext cx="228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C24DC-F5C5-4BA4-99CC-DC4FB39C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52600"/>
            <a:ext cx="1943100" cy="3295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3335">
            <a:solidFill>
              <a:srgbClr val="D7CEC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6B10E-AE35-4C01-A779-FA8C2E9B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193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0F8B3-7C30-4027-A91B-01096068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57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统一出视觉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A27BF-D3B7-4342-906A-63AF9000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43250"/>
            <a:ext cx="1485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先定义风格，再成组复用到多页。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EA6C35-57E6-4E2F-94A3-B0A3FED4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67075"/>
            <a:ext cx="228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58A1B-D3E8-4EC9-B447-88799B11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52600"/>
            <a:ext cx="1943100" cy="3295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3335">
            <a:solidFill>
              <a:srgbClr val="D7CEC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94901-35A1-4D07-9177-A96B0A7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193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E99BC1-9946-49F1-A03B-6F9F1211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逐页下指令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3E467-BD18-434D-BCDF-19C56D29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485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每页分别说清楚：保留、重写、补图还是微调。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0C1EC5-AEA7-433A-A04A-95E48836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67075"/>
            <a:ext cx="228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87831-9F21-4A43-AF74-0A6CDAB1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943100" cy="3295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3335">
            <a:solidFill>
              <a:srgbClr val="D7CEC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CEEA9-AAC3-4E89-9AC4-DC751D45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193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624A0-2F6F-4C8A-929C-84C9357B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57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交付前检查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C9825F-4981-4476-8137-E350A4CE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43250"/>
            <a:ext cx="1485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导出预览图，查溢出、错位、字体替换。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759B3-3836-418D-A8E2-116A5901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来源：OpenAI Developers · Codex use case · Generate slide decks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2EA649-BAA0-45FE-AA64-0810126A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1114723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78F6A-2FFA-4831-9444-09CEAA22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D3E7F-28F7-4FEC-9DE9-456C7843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59795-7C97-41B9-BE61-702CB412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6094E-C236-4BB3-8C3D-6CA42132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原则 1：从源 deck 和参考资料开始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CD1AA-C735-475B-9547-77018581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AA17D-166B-4BD1-8F2F-287807D5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62e6d75e4421f">
            <a:extLst>
              <a:ext uri="{96DAC541-7B7A-43D3-8B79-37D633B846F1}">
                <asvg:svgBlip xmlns:asvg="http://schemas.microsoft.com/office/drawing/2016/SVG/main" r:embed="R02e99e4234ae44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19812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09DBB-2FA9-4C7F-853E-8C983DF9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836295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3CA60-74BC-4154-8DD9-23B85A22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71650"/>
            <a:ext cx="763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先看原稿几何，再改内容，能大幅减少“猜版式”的浪费。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13B62-6AC2-4A3A-AEEE-904359FA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7F830-87FD-48A2-AF52-09E45B4D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如果已经有现成 deck，先让 Codex 检查它，再动手改。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7DF02-AB3E-4CC2-BE5C-756A4CF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09DA8-6934-42B2-88C1-B840300B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如果来源是截图或 PDF，也先渲染或检查，再比较页面结构。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4D370-43D3-4079-AC0E-6654DD47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17361-0224-4A85-9726-663F591E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481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优先匹配原始比例；只有没有明确定义时，才默认 16:9。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8086F-5DA0-4CC0-881E-311DAEFD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33950"/>
            <a:ext cx="7467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EFE5D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E445D-AFCD-4BDE-87F4-DF29EC40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对学习者来说，这一步是在建立“先观察、后改写”的习惯。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4861D-1E9A-478C-9BCF-3A44CE24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来源：OpenAI Developers · Codex use case · Generate slide decks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4B979-55AE-4904-83D7-F27ABFF5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7323723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A0E044-A1EE-499C-95D8-663F135C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453E9-3F7B-4F62-8CA2-8B85E31A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24C48-BA79-4A8E-B005-88351E83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9E1CF-66FD-46F8-AC88-6E54AEE1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原则 2：让内容保持可编辑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5961F-7216-4FD5-8824-79A86531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BAEDB-C272-4411-B23B-B30F63A1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5948487ef4152">
            <a:extLst>
              <a:ext uri="{96DAC541-7B7A-43D3-8B79-37D633B846F1}">
                <asvg:svgBlip xmlns:asvg="http://schemas.microsoft.com/office/drawing/2016/SVG/main" r:embed="Re4b8677aa2514c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19812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DCEA5-B8FD-4197-B079-D3C181B0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836295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E2F22-CDDD-43D4-A904-179C6B49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71650"/>
            <a:ext cx="763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能保留为原生对象的，就不要整页栅格化。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08A41-D5E4-4EE9-B896-6FA21DD7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325E7-44EB-47E3-8992-4E90A58F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文字保持为文字，后续才能继续改文案和层级。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F5C80-CD57-49E7-B325-9026C13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DA990-5767-424A-90D8-B2C2D9D5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柱状图、折线图、饼图、直方图等简单图表尽量保留为原生图表。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8AA4D-FEF0-4618-8298-913CCD25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48B4D-1A8D-4A19-9EC0-7FCA404B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481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复杂时间线或插图可以分开生成局部元素，再用原生线条连接。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E3D09-FA22-4445-AF87-A7085BFE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33950"/>
            <a:ext cx="7467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EFE5D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CCBFC-2F71-4B13-A983-BE09772C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这一步决定了你的 PPT 是“可维护文件”还是“一次性海报”。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EB9B1-E898-4F73-B17F-8ED668B6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来源：OpenAI Developers · Codex use case · Generate slide decks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389DD-520A-499D-B5E2-B549E0A4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14520271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F0B19A-116F-48FC-B96F-A54D5081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3E2AA-0436-4251-8467-BCC33406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DD6EE-CC7F-4DA7-9D8F-9583AE64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BA2E9-15F4-436B-B0AF-55DAC73E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原则 3：视觉生成要有意图，逐页逻辑要明确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0CAF8-479A-47EE-ADDC-8F2ABDA5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7286E-42F4-491B-A50F-BF6DEF5B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69a77169246ea">
            <a:extLst>
              <a:ext uri="{96DAC541-7B7A-43D3-8B79-37D633B846F1}">
                <asvg:svgBlip xmlns:asvg="http://schemas.microsoft.com/office/drawing/2016/SVG/main" r:embed="R1610660ab7834d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19812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28123-C79B-488B-801F-3382BBD8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836295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551C0-D790-401C-9D67-FA2602AA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71650"/>
            <a:ext cx="763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视觉风格和页面决策都要显式表达，Codex 才能稳定复用。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FF36B-2F5F-4523-866D-8766DAA7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7DDDF-035D-4DC8-B2AF-F4BF5CDB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先定义视觉方向，再把同一风格复用到整套 deck。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01FED-9058-47FA-A7DB-B79C628A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2209A-A22E-4C32-86F9-DCDC3967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有多页相关插图时，要保存提示词或生成说明，方便以后扩展。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B6DF1-ACB3-4EAA-8E3D-D4FDE2B4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88E08-3A22-4908-B9E6-E697C29C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481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逐页说明哪些页面保留原文、哪些重写标题、哪些只修格式。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6CC70-AA7A-4732-88FD-CD10F278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33950"/>
            <a:ext cx="7467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EFE5D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697AA-128D-4754-986A-CED68542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文章强调的是“明确控制”，而不是把一切交给模型临场发挥。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86E34-E1B1-4947-8994-23665C27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来源：OpenAI Developers · Codex use case · Generate slide decks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A38DE-6B7A-45F2-B28D-5451801A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10209278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321CD4-A624-4DF7-A2D7-8D10D4D9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32DEF-EAD3-4905-B350-AE4815B4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004DE-FC17-42B2-AC9E-40A474D8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14F60-5F63-4418-A8CD-9F48EFF7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原则 4：交付前一定要做验证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82F36-1B39-4EFC-B8AD-427E89F5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E1CAC-F878-4590-97E9-EA021F32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90567d7554efc">
            <a:extLst>
              <a:ext uri="{96DAC541-7B7A-43D3-8B79-37D633B846F1}">
                <asvg:svgBlip xmlns:asvg="http://schemas.microsoft.com/office/drawing/2016/SVG/main" r:embed="R53d28ca8caea44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19812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57C38-75D9-4840-9A29-AD142F75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836295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D11F0-2B87-4E67-B6DE-D51E98B3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71650"/>
            <a:ext cx="763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PPT 最容易“看起来差不多”，但导出后才暴露问题。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DBF5-91D7-40BE-A41E-D3903BCC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336E6-815E-413C-98A6-40903153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先渲染成逐页预览图，快速看是否有挤压、漂移、碰撞。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90181-282F-4CDC-A2FC-B27525E0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FDA01-19A0-4788-8CA2-C2E55E99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再检查超出画布的内容、字体替换与版式偏移。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15B21-745B-4335-AE78-A246998E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A8CA6-6F4E-4457-985A-84615901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481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页面越密、边距越紧，这一步越不能省。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18F78-D665-4AD9-BE56-C90BE978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33950"/>
            <a:ext cx="7467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EFE5D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105E4-7CB3-45F2-8065-DCAD11EB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这一步决定你交出去的是半成品，还是能讲的成品。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8F563-AEC5-457D-8003-AB1BB99F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来源：OpenAI Developers · Codex use case · Generate slide decks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42633-177E-4A67-BA2A-A8C69084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10048575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5251A6-AD6D-42F3-8BBA-1412176A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FAD2B-9C42-4BE2-A5AF-A46DAB42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6125C-F29E-443F-BE54-439AF571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16AA3-9D49-462C-8F40-820D4D3D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可以直接复用的提示词骨架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EE0F5-732D-4BB0-ACB4-A38A1028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84AC9-46E9-4241-9B58-B5FE79DC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2C313C"/>
          </a:solidFill>
          <a:ln xmlns:a="http://schemas.openxmlformats.org/drawingml/2006/main" w="0">
            <a:solidFill>
              <a:srgbClr val="2C313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87825-CDF0-49AB-B209-1922AC98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10191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使用幻灯片编辑与图像生成能力，按下面方式处理这份演示文稿：</a:t>
            </a:r>
          </a:p>
          <a:p xmlns:a="http://schemas.openxmlformats.org/drawingml/2006/main">
            <a:pPr algn="l">
              <a:defRPr sz="1350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1. 如果有 logo.png，把它放到每页右下角。</a:t>
            </a:r>
          </a:p>
          <a:p xmlns:a="http://schemas.openxmlformats.org/drawingml/2006/main">
            <a:pPr algn="l">
              <a:defRPr sz="1350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2. 在指定页面把文字移到左侧，并在右侧生成同风格插图。</a:t>
            </a:r>
          </a:p>
          <a:p xmlns:a="http://schemas.openxmlformats.org/drawingml/2006/main">
            <a:pPr algn="l">
              <a:defRPr sz="1350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3. 文字保持为文字，简单图表尽量保持为原生 PowerPoint 图表。</a:t>
            </a:r>
          </a:p>
          <a:p xmlns:a="http://schemas.openxmlformats.org/drawingml/2006/main">
            <a:pPr algn="l">
              <a:defRPr sz="1350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4. 新增页面时延续原有品牌风格、字体、颜色与布局规则。</a:t>
            </a:r>
          </a:p>
          <a:p xmlns:a="http://schemas.openxmlformats.org/drawingml/2006/main">
            <a:pPr algn="l">
              <a:defRPr sz="1350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5. 导出逐页预览图，检查并修复布局问题后再交付。</a:t>
            </a:r>
          </a:p>
          <a:p xmlns:a="http://schemas.openxmlformats.org/drawingml/2006/main">
            <a:pPr algn="l">
              <a:defRPr sz="1350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6. 在交付前运行溢出与字体替换检查，并保存可复用的生成提示词。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C03DF-EDF0-44C0-857F-638308FB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学会这页，基本就掌握了文章的操作语言。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C4401-28A5-44B3-A635-FA2F1F64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来源：OpenAI Developers · Codex use case · Generate slide decks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972B8-FFFA-4CD0-85F6-F7E84CB0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5389504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1FFC6-28A6-4356-89EC-E6B65354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92440-FF8B-498B-971E-0DB6258A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0D903-1737-4B2A-8C11-86F75358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14F43-A4A9-4265-B51E-597387FF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学习这篇文章后，你要形成的动作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D1053-A8B5-45EF-9C33-434588EA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60C76-8CE9-4C95-AADA-129F09DF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C2363-60F8-4D1D-AD80-390E072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09445-80B9-465E-BF00-00723C29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7165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先让 Codex 看源文件和参考资料，而不是立刻重画。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794C4-FC5E-42B6-8B3B-004FC33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B08D7-68BC-4152-A47E-F9C0D790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DAFAD-AF60-4003-AA25-D877A063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4795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要求保持可编辑，尤其是文字、简单图表和基本结构。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EA2B2-C498-4865-959F-11F164EB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DD158-A3DA-4AC8-A5E4-3D4DAB36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65F67-C15A-4D1E-8CE4-7A418FCF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2425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把视觉风格和逐页动作写清楚，不要只给一句笼统命令。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E7524-92B5-4BB7-8081-A7557550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DCCE6-D261-48BD-BD49-EA24F6BE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4B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64B2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CF07F-F622-48E5-8F9B-55552653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D1D23"/>
                </a:solidFill>
                <a:latin typeface="PingFang SC"/>
                <a:ea typeface="PingFang SC"/>
                <a:cs typeface="PingFang SC"/>
              </a:rPr>
              <a:t>交付前导出预览并做检查，避免文本溢出和版式漂移。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90244-C273-43D6-93AE-1C13E27A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下一步练习：找一份旧 PPT，让 Codex 只改 2 到 3 页，完整走一遍这套流程。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34070-7E53-4680-8E26-5CF8EF69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F6472"/>
                </a:solidFill>
                <a:latin typeface="PingFang SC"/>
                <a:ea typeface="PingFang SC"/>
                <a:cs typeface="PingFang SC"/>
              </a:rPr>
              <a:t>来源：OpenAI Developers · Codex use case · Generate slide decks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BB8E3-DDA1-42AE-99B9-D8FF84D0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C313C"/>
                </a:solidFill>
                <a:latin typeface="PingFang SC"/>
                <a:ea typeface="PingFang SC"/>
                <a:cs typeface="PingFang SC"/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886656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2026-06-08T03:24:05.6670000Z</dcterms:created>
  <dcterms:modified xsi:type="dcterms:W3CDTF">2026-06-08T03:24:05.6670000Z</dcterms:modified>
</coreProperties>
</file>