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f56790929047de" /><Relationship Type="http://schemas.openxmlformats.org/officeDocument/2006/relationships/extended-properties" Target="/docProps/app.xml" Id="Rae53c18ec6124f2d" /><Relationship Type="http://schemas.openxmlformats.org/officeDocument/2006/relationships/officeDocument" Target="/ppt/presentation.xml" Id="R724417a2f8464c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70492c88014e15"/>
  </p:sldMasterIdLst>
  <p:notesMasterIdLst>
    <p:notesMasterId xmlns:r="http://schemas.openxmlformats.org/officeDocument/2006/relationships" r:id="R200e3174bc9241fa"/>
  </p:notesMasterIdLst>
  <p:sldIdLst>
    <p:sldId xmlns:r="http://schemas.openxmlformats.org/officeDocument/2006/relationships" id="256" r:id="R66ee1798abe340ef"/>
  </p:sldIdLst>
  <p:sldSz cx="19507200" cy="61722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a9905627774a9d" /><Relationship Type="http://schemas.openxmlformats.org/officeDocument/2006/relationships/slideMaster" Target="/ppt/slideMasters/slideMaster1.xml" Id="R1170492c88014e15" /><Relationship Type="http://schemas.openxmlformats.org/officeDocument/2006/relationships/notesMaster" Target="/ppt/notesMasters/notesMaster1.xml" Id="R200e3174bc9241fa" /><Relationship Type="http://schemas.openxmlformats.org/officeDocument/2006/relationships/presProps" Target="/ppt/presProps.xml" Id="R682e1340831f4d4e" /><Relationship Type="http://schemas.openxmlformats.org/officeDocument/2006/relationships/tableStyles" Target="/ppt/tableStyles.xml" Id="Rdaef98ccd33a4e7c" /><Relationship Type="http://schemas.openxmlformats.org/officeDocument/2006/relationships/slide" Target="/ppt/slides/slide1.xml" Id="R66ee1798abe340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1695d62de742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d06e15b7574602" /><Relationship Type="http://schemas.openxmlformats.org/officeDocument/2006/relationships/notesMaster" Target="/ppt/notesMasters/notesMaster1.xml" Id="Rae7cc48b3f304c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ba520c81549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1fc59d57f24200" /><Relationship Type="http://schemas.openxmlformats.org/officeDocument/2006/relationships/slideLayout" Target="/ppt/slideLayouts/slideLayout1.xml" Id="Rfe32199239d14f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32199239d14f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b54f18eec4115" /><Relationship Type="http://schemas.openxmlformats.org/officeDocument/2006/relationships/image" Target="/ppt/media/image.jpeg" Id="R099ee55fa9634b34" /><Relationship Type="http://schemas.openxmlformats.org/officeDocument/2006/relationships/notesSlide" Target="/ppt/notesSlides/notesSlide1.xml" Id="Raf604d81996b4d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0B008E-EEF6-4806-B48B-5562C59C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9126200" cy="579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2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5A049-BD97-4FA7-8274-C7933D1C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00100"/>
            <a:ext cx="35242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4D8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2E457-064C-40D3-9757-24FB8CB1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90700"/>
            <a:ext cx="9429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438DE-5AB2-4E0B-A34C-AA94E406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819150"/>
            <a:ext cx="4762500" cy="4762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7C38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8A499-42B1-4088-982E-39CA12BB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1390650"/>
            <a:ext cx="3429000" cy="3429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34A9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485E0-89BB-497C-9E11-D5B00BB0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48075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5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ee55fa9634b34"/>
          <a:stretch xmlns:a="http://schemas.openxmlformats.org/drawingml/2006/main"/>
        </p:blipFill>
        <p:spPr>
          <a:xfrm xmlns:a="http://schemas.openxmlformats.org/drawingml/2006/main">
            <a:off x="1162050" y="2443352"/>
            <a:ext cx="2933700" cy="92354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FA406-6C2C-4327-AABD-4E3E3A27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defRPr>
            </a:pPr>
            <a:r>
              <a:rPr sz="4950" b="1">
                <a:solidFill>
                  <a:srgbClr val="101828"/>
                </a:solidFill>
                <a:latin typeface="微软雅黑"/>
                <a:ea typeface="微软雅黑"/>
                <a:cs typeface="微软雅黑"/>
              </a:rPr>
              <a:t>深圳市中跃人力资源有限公司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D897D-9C03-4D10-8631-8BFB71F1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3622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66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李小飞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04C94-88EF-4AE2-8038-06E857F5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2860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8A2E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C98A2E"/>
                </a:solidFill>
                <a:latin typeface="微软雅黑"/>
                <a:ea typeface="微软雅黑"/>
                <a:cs typeface="微软雅黑"/>
              </a:rPr>
              <a:t>企业人力资源贴心伙伴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080AA-5EF4-41A1-A521-BC8A1087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291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F3A4A"/>
                </a:solidFill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rgbClr val="2F3A4A"/>
                </a:solidFill>
                <a:latin typeface="微软雅黑"/>
                <a:ea typeface="微软雅黑"/>
                <a:cs typeface="微软雅黑"/>
              </a:rPr>
              <a:t>手机: 19837712568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BB500-DC5E-4F00-BF0C-F6EDA313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672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F3A4A"/>
                </a:solidFill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rgbClr val="2F3A4A"/>
                </a:solidFill>
                <a:latin typeface="微软雅黑"/>
                <a:ea typeface="微软雅黑"/>
                <a:cs typeface="微软雅黑"/>
              </a:rPr>
              <a:t>座机: 0755-28997003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8CD89-F1D0-4824-B240-CCEA7909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054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F3A4A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2F3A4A"/>
                </a:solidFill>
                <a:latin typeface="微软雅黑"/>
                <a:ea typeface="微软雅黑"/>
                <a:cs typeface="微软雅黑"/>
              </a:rPr>
              <a:t>邮箱: 137522741@qq.com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E66B7-D1C9-45AE-90C6-86EF84B9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7687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65161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465161"/>
                </a:solidFill>
                <a:latin typeface="微软雅黑"/>
                <a:ea typeface="微软雅黑"/>
                <a:cs typeface="微软雅黑"/>
              </a:rPr>
              <a:t>地址: 广东省深圳市龙岗区平湖街道众和街3号吉发大厦302室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192B0-4CE7-4B02-A299-B2EE5266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2686050"/>
            <a:ext cx="22669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2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0FF30-C835-4AEA-95F1-8A9220AB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278130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23E8A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23E8A"/>
                </a:solidFill>
                <a:latin typeface="微软雅黑"/>
                <a:ea typeface="微软雅黑"/>
                <a:cs typeface="微软雅黑"/>
              </a:rPr>
              <a:t>人力资源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91414-42D9-4B72-ABE8-87F06381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2686050"/>
            <a:ext cx="20383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2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8139A-D764-46BE-9D91-453E9393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27813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23E8A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23E8A"/>
                </a:solidFill>
                <a:latin typeface="微软雅黑"/>
                <a:ea typeface="微软雅黑"/>
                <a:cs typeface="微软雅黑"/>
              </a:rPr>
              <a:t>劳务派遣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2B5E0-624E-48A5-B1CE-2B5234B0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3486150"/>
            <a:ext cx="22669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2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609AE8-C4D7-40E2-B033-FC4738F6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358140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23E8A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23E8A"/>
                </a:solidFill>
                <a:latin typeface="微软雅黑"/>
                <a:ea typeface="微软雅黑"/>
                <a:cs typeface="微软雅黑"/>
              </a:rPr>
              <a:t>网络招聘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B1DF1-2581-4957-A507-E626D17E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54673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专注灵活用工、劳务派遣与网络招聘服务</a:t>
            </a:r>
          </a:p>
        </p:txBody>
      </p:sp>
    </p:spTree>
    <p:extLst>
      <p:ext uri="{BB962C8B-B14F-4D97-AF65-F5344CB8AC3E}">
        <p14:creationId xmlns:p14="http://schemas.microsoft.com/office/powerpoint/2010/main" val="1568356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2026-06-17T02:41:34.5260000Z</dcterms:created>
  <dcterms:modified xsi:type="dcterms:W3CDTF">2026-06-17T02:41:34.5260000Z</dcterms:modified>
</coreProperties>
</file>